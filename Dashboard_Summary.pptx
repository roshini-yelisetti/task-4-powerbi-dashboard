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66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10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5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7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6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96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52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1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01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6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2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15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599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8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442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90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6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4643257-5B50-4AEF-8054-755737FF29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6648A50-8851-4F8A-9410-52903EF6E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1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5C26-4D09-2DA3-B592-27EC3CBAA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626" y="2234719"/>
            <a:ext cx="9421919" cy="593889"/>
          </a:xfrm>
        </p:spPr>
        <p:txBody>
          <a:bodyPr/>
          <a:lstStyle/>
          <a:p>
            <a:r>
              <a:rPr lang="en-US" sz="2800" b="1" dirty="0"/>
              <a:t>Financial Sales Dashboard – Business Insights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8BCD5-253D-A6D1-FA05-325601C69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716" y="2816409"/>
            <a:ext cx="8825658" cy="861420"/>
          </a:xfrm>
        </p:spPr>
        <p:txBody>
          <a:bodyPr/>
          <a:lstStyle/>
          <a:p>
            <a:r>
              <a:rPr lang="en-US" b="1" dirty="0"/>
              <a:t>Task 4: Dashboard Design using Power BI</a:t>
            </a:r>
            <a:endParaRPr lang="en-IN" b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4CB997-BF0B-EFF5-5BFD-D39270951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955" y="3779683"/>
            <a:ext cx="33999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Name: Roshini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Yelisetti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MBA - HR &amp; Marketing </a:t>
            </a:r>
          </a:p>
        </p:txBody>
      </p:sp>
    </p:spTree>
    <p:extLst>
      <p:ext uri="{BB962C8B-B14F-4D97-AF65-F5344CB8AC3E}">
        <p14:creationId xmlns:p14="http://schemas.microsoft.com/office/powerpoint/2010/main" val="234323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DC7D-5508-5F5C-E7C3-126F02A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C1C91-1519-6D9E-72B1-C840002B9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20316"/>
            <a:ext cx="8825659" cy="3416300"/>
          </a:xfrm>
        </p:spPr>
        <p:txBody>
          <a:bodyPr/>
          <a:lstStyle/>
          <a:p>
            <a:r>
              <a:rPr lang="en-US" dirty="0"/>
              <a:t>Dataset: Financial Dataset Sample </a:t>
            </a:r>
          </a:p>
          <a:p>
            <a:r>
              <a:rPr lang="en-US" dirty="0"/>
              <a:t>Source: Kaggle </a:t>
            </a:r>
          </a:p>
          <a:p>
            <a:r>
              <a:rPr lang="en-US" dirty="0"/>
              <a:t>Total Rows: 700 </a:t>
            </a:r>
          </a:p>
          <a:p>
            <a:r>
              <a:rPr lang="en-US" dirty="0"/>
              <a:t>Total Columns: 16 </a:t>
            </a:r>
          </a:p>
          <a:p>
            <a:r>
              <a:rPr lang="en-US" dirty="0"/>
              <a:t>Tool Used: Power BI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35ADA-C053-A1AC-8B81-2EAFCD4DC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43" y="2658359"/>
            <a:ext cx="5128703" cy="23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0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317B-F9B2-5CC7-E595-24387FAC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0A5BC-6C1E-03B6-703A-A2DD38E7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818" y="2678914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Total Sales: 118.73M </a:t>
            </a:r>
          </a:p>
          <a:p>
            <a:r>
              <a:rPr lang="en-US" dirty="0"/>
              <a:t>Total Profit: 16.89M </a:t>
            </a:r>
          </a:p>
          <a:p>
            <a:r>
              <a:rPr lang="en-US" dirty="0"/>
              <a:t>Units Sold: 1.13M </a:t>
            </a:r>
          </a:p>
          <a:p>
            <a:r>
              <a:rPr lang="en-US" dirty="0"/>
              <a:t>Total Discounts: 9.21M </a:t>
            </a:r>
          </a:p>
          <a:p>
            <a:r>
              <a:rPr lang="en-US" dirty="0"/>
              <a:t>Growth %: 14.23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A5772-EF06-B122-5959-8064FDDBD328}"/>
              </a:ext>
            </a:extLst>
          </p:cNvPr>
          <p:cNvSpPr txBox="1"/>
          <p:nvPr/>
        </p:nvSpPr>
        <p:spPr>
          <a:xfrm>
            <a:off x="1154954" y="2573517"/>
            <a:ext cx="3860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Performance Indicators: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96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57C4-30A9-E5D0-64CE-A24C1289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7DC6E-4B56-3064-AC86-D1832C353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392" y="3149069"/>
            <a:ext cx="8825659" cy="3416300"/>
          </a:xfrm>
        </p:spPr>
        <p:txBody>
          <a:bodyPr/>
          <a:lstStyle/>
          <a:p>
            <a:r>
              <a:rPr lang="en-US" dirty="0"/>
              <a:t>United States has highest sales. </a:t>
            </a:r>
          </a:p>
          <a:p>
            <a:r>
              <a:rPr lang="en-US" dirty="0"/>
              <a:t>Canada and France follow. </a:t>
            </a:r>
          </a:p>
          <a:p>
            <a:r>
              <a:rPr lang="en-US" dirty="0"/>
              <a:t>Sales vary across countries. </a:t>
            </a:r>
          </a:p>
          <a:p>
            <a:r>
              <a:rPr lang="en-US" dirty="0"/>
              <a:t>Helps identify strong markets.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1D1A9-6AE8-08A1-3E25-44548865685D}"/>
              </a:ext>
            </a:extLst>
          </p:cNvPr>
          <p:cNvSpPr txBox="1"/>
          <p:nvPr/>
        </p:nvSpPr>
        <p:spPr>
          <a:xfrm>
            <a:off x="1371771" y="2545237"/>
            <a:ext cx="20218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01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74BC-55AC-8F7A-D247-6A4E7A91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Profit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DE9D85-7D4D-3140-65C7-7471DBD33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098" y="3074840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Paseo generated highest profit. </a:t>
            </a:r>
          </a:p>
          <a:p>
            <a:r>
              <a:rPr lang="en-US" dirty="0"/>
              <a:t>VTT and Amarilla performed well. </a:t>
            </a:r>
          </a:p>
          <a:p>
            <a:r>
              <a:rPr lang="en-US" dirty="0"/>
              <a:t>Product-level analysis helps improve profitability.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0592E-DBB8-DAC4-61F7-C03F28A5EB1A}"/>
              </a:ext>
            </a:extLst>
          </p:cNvPr>
          <p:cNvSpPr txBox="1"/>
          <p:nvPr/>
        </p:nvSpPr>
        <p:spPr>
          <a:xfrm>
            <a:off x="1385740" y="2828041"/>
            <a:ext cx="21493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58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E24B-E32A-42A7-1CF2-6E3EBF88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6DBA-77B7-762F-2583-64CA12E2B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939" y="3043672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Sales increased over time. </a:t>
            </a:r>
          </a:p>
          <a:p>
            <a:r>
              <a:rPr lang="en-US" dirty="0"/>
              <a:t>Positive growth observed. </a:t>
            </a:r>
          </a:p>
          <a:p>
            <a:r>
              <a:rPr lang="en-US" dirty="0"/>
              <a:t>Trend analysis helps forecasting future sales.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2EFA4-36FA-AAE6-B615-3A7B624D67AB}"/>
              </a:ext>
            </a:extLst>
          </p:cNvPr>
          <p:cNvSpPr txBox="1"/>
          <p:nvPr/>
        </p:nvSpPr>
        <p:spPr>
          <a:xfrm>
            <a:off x="1593130" y="2846895"/>
            <a:ext cx="1809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04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13A7-CC6F-D1AA-14B9-295B968D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Customer Segment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0342-B6D0-69CD-5528-FA61A15A5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976" y="2829743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Government segment contributes highest sales. </a:t>
            </a:r>
          </a:p>
          <a:p>
            <a:r>
              <a:rPr lang="en-US" dirty="0"/>
              <a:t>Midmarket and Channel Partners also contribute significantly. </a:t>
            </a:r>
          </a:p>
          <a:p>
            <a:r>
              <a:rPr lang="en-US" dirty="0"/>
              <a:t>Useful for customer targeting.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88142-165C-8BB2-373D-6B6F24F2D64F}"/>
              </a:ext>
            </a:extLst>
          </p:cNvPr>
          <p:cNvSpPr txBox="1"/>
          <p:nvPr/>
        </p:nvSpPr>
        <p:spPr>
          <a:xfrm>
            <a:off x="1154954" y="2673184"/>
            <a:ext cx="1993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29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B3200-FEAE-5B91-4796-91488C49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Interactivity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3C22-752E-5424-96BE-CAC675E25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4768" y="2792036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Country Filter </a:t>
            </a:r>
          </a:p>
          <a:p>
            <a:r>
              <a:rPr lang="en-US" dirty="0"/>
              <a:t>Product Filter </a:t>
            </a:r>
          </a:p>
          <a:p>
            <a:r>
              <a:rPr lang="en-US" dirty="0"/>
              <a:t>Segment Filter </a:t>
            </a:r>
          </a:p>
          <a:p>
            <a:r>
              <a:rPr lang="en-US" dirty="0"/>
              <a:t>Year Slicer </a:t>
            </a:r>
          </a:p>
          <a:p>
            <a:r>
              <a:rPr lang="en-US" dirty="0"/>
              <a:t>Dynamic report updates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043FA-0F1A-71B2-3113-D631F8B298A5}"/>
              </a:ext>
            </a:extLst>
          </p:cNvPr>
          <p:cNvSpPr txBox="1"/>
          <p:nvPr/>
        </p:nvSpPr>
        <p:spPr>
          <a:xfrm>
            <a:off x="1154954" y="2582945"/>
            <a:ext cx="36010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Interactive Features: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32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CAA3-6127-4297-F049-84AE6679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D55A-DB90-A4D0-4DCD-8DACC2173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123" y="2820316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Focus on high-profit products. </a:t>
            </a:r>
          </a:p>
          <a:p>
            <a:r>
              <a:rPr lang="en-US" dirty="0"/>
              <a:t>Increase sales in low-performing regions. </a:t>
            </a:r>
          </a:p>
          <a:p>
            <a:r>
              <a:rPr lang="en-US" dirty="0"/>
              <a:t>Monitor discount strategies. </a:t>
            </a:r>
          </a:p>
          <a:p>
            <a:r>
              <a:rPr lang="en-US" dirty="0"/>
              <a:t>Expand successful customer segments.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30A35-4EBB-4D71-1EF4-C4612D89EA1A}"/>
              </a:ext>
            </a:extLst>
          </p:cNvPr>
          <p:cNvSpPr txBox="1"/>
          <p:nvPr/>
        </p:nvSpPr>
        <p:spPr>
          <a:xfrm>
            <a:off x="1249223" y="2658358"/>
            <a:ext cx="353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Recommendations: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97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1CD36-5B3A-0804-5A0F-F65A8413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C561D-9ACE-F27C-B474-8E00D971C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370" y="2468032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Successfully created an interactive Power BI dashboard. </a:t>
            </a:r>
          </a:p>
          <a:p>
            <a:r>
              <a:rPr lang="en-US" dirty="0"/>
              <a:t>Used KPIs, charts, slicers, and trend analysis. </a:t>
            </a:r>
          </a:p>
          <a:p>
            <a:r>
              <a:rPr lang="en-US" dirty="0"/>
              <a:t>Dashboard supports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13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030B39-B7F5-8A4D-3543-A68912D80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10740" y="2828544"/>
            <a:ext cx="7958743" cy="242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46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</TotalTime>
  <Words>226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Financial Sales Dashboard – Business Insights</vt:lpstr>
      <vt:lpstr>Dataset Overview</vt:lpstr>
      <vt:lpstr>KPIs Overview</vt:lpstr>
      <vt:lpstr>Sales Analysis</vt:lpstr>
      <vt:lpstr>Profit Analysis</vt:lpstr>
      <vt:lpstr>Trend Analysis</vt:lpstr>
      <vt:lpstr>Customer Segment Analysis</vt:lpstr>
      <vt:lpstr>Dashboard Interactivity</vt:lpstr>
      <vt:lpstr>Business Recommendations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Manikanta_ yelisetti_23157398</dc:creator>
  <cp:lastModifiedBy>Manikanta_ yelisetti_23157398</cp:lastModifiedBy>
  <cp:revision>1</cp:revision>
  <dcterms:created xsi:type="dcterms:W3CDTF">2026-06-04T10:12:01Z</dcterms:created>
  <dcterms:modified xsi:type="dcterms:W3CDTF">2026-06-04T10:53:27Z</dcterms:modified>
</cp:coreProperties>
</file>